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914400"/>
            <a:ext cx="9525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4CD7F6"/>
                </a:solidFill>
                <a:latin typeface="Space Grotesk"/>
              </a:rPr>
              <a:t>AFRO-ASIAN TECHNOLOGY COMPETITION 2026 · GAMES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333500"/>
            <a:ext cx="723900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900" b="1">
                <a:solidFill>
                  <a:srgbClr val="FFFFFF"/>
                </a:solidFill>
                <a:latin typeface="Space Grotesk"/>
              </a:rPr>
              <a:t>Pixel Verse Studios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543300"/>
            <a:ext cx="7429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0">
                <a:solidFill>
                  <a:srgbClr val="D0BCFF"/>
                </a:solidFill>
                <a:latin typeface="Jersey 10"/>
              </a:rPr>
              <a:t>Real science, hidden in play.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305300"/>
            <a:ext cx="609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CBC3D7"/>
                </a:solidFill>
                <a:latin typeface="Inter"/>
              </a:rPr>
              <a:t>Two 16-bit games for ages 5 to 99. Dodge ocean trash. Fly to Jupiter's icy moon. Every fact in them is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77250" y="1333500"/>
            <a:ext cx="2857500" cy="2857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82000" y="1238250"/>
            <a:ext cx="2857500" cy="2857500"/>
          </a:xfrm>
          <a:prstGeom prst="rect">
            <a:avLst/>
          </a:prstGeom>
          <a:solidFill>
            <a:srgbClr val="1C1F29"/>
          </a:solidFill>
          <a:ln w="3810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276x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00" y="1352550"/>
            <a:ext cx="2628900" cy="26289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0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57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14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71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86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00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57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15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29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86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3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01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58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15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01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829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058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87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515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744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972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201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430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58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887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115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Facts stick when you play them.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485900"/>
            <a:ext cx="5181600" cy="304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428750"/>
            <a:ext cx="5181600" cy="30480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545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38350"/>
            <a:ext cx="4572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A fact in a lesson stays a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2895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75" b="0">
                <a:solidFill>
                  <a:srgbClr val="CBC3D7"/>
                </a:solidFill>
                <a:latin typeface="Inter"/>
              </a:rPr>
              <a:t>"Europa hides an ocean." "Plastic hurts sea turtles." A child hears it, and the next day it is gone. Facts feel far away from play.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57950" y="1485900"/>
            <a:ext cx="5181600" cy="304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181600" cy="304800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0" y="169545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OUR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0" y="2038350"/>
            <a:ext cx="4572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Make the fact a game moment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302895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75" b="0">
                <a:solidFill>
                  <a:srgbClr val="CBC3D7"/>
                </a:solidFill>
                <a:latin typeface="Inter"/>
              </a:rPr>
              <a:t>In Crab Quest you dodge the trash. In Space X you fly through Europa's ice. Each fact shows up where it makes sense in the story, and nothing in it is invented.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53000"/>
            <a:ext cx="109728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D0BCFF"/>
                </a:solidFill>
                <a:latin typeface="Space Grotesk"/>
              </a:rPr>
              <a:t>Ages 5 to 99 · short sessions · runs offline on a school computer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Two games, one studio.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390650"/>
            <a:ext cx="5181600" cy="4762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5181600" cy="47625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ab-quest-logo_96x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914400" cy="914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38350" y="1676400"/>
            <a:ext cx="342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50" b="1">
                <a:solidFill>
                  <a:srgbClr val="FFFFFF"/>
                </a:solidFill>
                <a:latin typeface="Space Grotesk"/>
              </a:rPr>
              <a:t>Crab 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21336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0BCFF"/>
                </a:solidFill>
                <a:latin typeface="Inter"/>
              </a:rPr>
              <a:t>Six chapters to get 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432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1100" y="28575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6 chapters, 6 ways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1100" y="31432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Platforming, dodging, collecting, surviving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9719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1100" y="38862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Real ocean threats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41719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Birds, trash and a predator fish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006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100" y="49149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Ends in a coral sanctuary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1100" y="52006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Help a shrimp, then find your family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57950" y="1390650"/>
            <a:ext cx="5181600" cy="4762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33500"/>
            <a:ext cx="5181600" cy="47625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pace-x-logo_96x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60020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29550" y="1676400"/>
            <a:ext cx="342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50" b="1">
                <a:solidFill>
                  <a:srgbClr val="FFFFFF"/>
                </a:solidFill>
                <a:latin typeface="Space Grotesk"/>
              </a:rPr>
              <a:t>Space 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9550" y="21336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0BCFF"/>
                </a:solidFill>
                <a:latin typeface="Inter"/>
              </a:rPr>
              <a:t>Journey to Jupiter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05600" y="29432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2300" y="28575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4 levels, one mission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2300" y="31432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Launch pad, Earth orbit, asteroid belt, Europa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05600" y="39719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2300" y="38862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 fact card after every level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2300" y="41719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A story line and one science fact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05600" y="500062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2300" y="4914900"/>
            <a:ext cx="4305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 planet fact on every loss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2300" y="5200650"/>
            <a:ext cx="43053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The Sun and all eight planets, with pictures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Crab Quest: six chapters to get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4</a:t>
            </a:r>
          </a:p>
        </p:txBody>
      </p:sp>
      <p:pic>
        <p:nvPicPr>
          <p:cNvPr id="5" name="Picture 4" descr="chapter-2_370x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2 · Beach Run</a:t>
            </a:r>
          </a:p>
        </p:txBody>
      </p:sp>
      <p:pic>
        <p:nvPicPr>
          <p:cNvPr id="7" name="Picture 6" descr="chapter-4_370x2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5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33875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4 · Shrimp Help</a:t>
            </a:r>
          </a:p>
        </p:txBody>
      </p:sp>
      <p:pic>
        <p:nvPicPr>
          <p:cNvPr id="9" name="Picture 8" descr="chapter-5_370x2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150" y="1238250"/>
            <a:ext cx="3524250" cy="2286000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058150" y="3600450"/>
            <a:ext cx="3524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Chapter 5 · Predator Chase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Kitchen Escape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Jump the counter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792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127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127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Beach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127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Dodge birds, 30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8625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960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960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Sea Floor Dodging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960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Dodge trash, 10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457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792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792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Shrimp Help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792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Collect 17 algae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62900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6250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6250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Predator Chase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0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Survive 45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1225" y="4343400"/>
            <a:ext cx="1724025" cy="14287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4575" y="44196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EDEA3"/>
                </a:solidFill>
                <a:latin typeface="Jersey 10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4575" y="4838700"/>
            <a:ext cx="147637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75" b="1">
                <a:solidFill>
                  <a:srgbClr val="FFFFFF"/>
                </a:solidFill>
                <a:latin typeface="Space Grotesk"/>
              </a:rPr>
              <a:t>Home Sweet Home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4575" y="5334000"/>
            <a:ext cx="14763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Reach your family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Space X: the Journey to Jupiter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5</a:t>
            </a:r>
          </a:p>
        </p:txBody>
      </p:sp>
      <p:pic>
        <p:nvPicPr>
          <p:cNvPr id="5" name="Picture 4" descr="launch_pad_270x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1 · Launch pad: collect 4 items</a:t>
            </a:r>
          </a:p>
        </p:txBody>
      </p:sp>
      <p:pic>
        <p:nvPicPr>
          <p:cNvPr id="7" name="Picture 6" descr="earth_orbit_270x2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5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40995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2 · Earth orbit: dodge 10 junk</a:t>
            </a:r>
          </a:p>
        </p:txBody>
      </p:sp>
      <p:pic>
        <p:nvPicPr>
          <p:cNvPr id="9" name="Picture 8" descr="belt_270x2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1030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3 · Asteroid belt: shoot 30</a:t>
            </a:r>
          </a:p>
        </p:txBody>
      </p:sp>
      <p:pic>
        <p:nvPicPr>
          <p:cNvPr id="11" name="Picture 10" descr="europa_270x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50" y="1238250"/>
            <a:ext cx="2571750" cy="19335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10650" y="3248025"/>
            <a:ext cx="2571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25" b="0">
                <a:solidFill>
                  <a:srgbClr val="CBC3D7"/>
                </a:solidFill>
                <a:latin typeface="Inter"/>
              </a:rPr>
              <a:t>4 · Europa: break 12 ice chunks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50" y="3943350"/>
            <a:ext cx="10972800" cy="1905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3886200"/>
            <a:ext cx="10972800" cy="190500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103632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THE HERO'S MISSION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57700"/>
            <a:ext cx="103632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50" b="1">
                <a:solidFill>
                  <a:srgbClr val="FFFFFF"/>
                </a:solidFill>
                <a:latin typeface="Space Grotesk"/>
              </a:rPr>
              <a:t>Fly to Europa, Jupiter's icy moon, and find out if its hidden ocean could hold life.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00650"/>
            <a:ext cx="103632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Lose all 3 hearts and the level restarts. Win level 4 and the Hero reaches Jupiter.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Learning happens at the moment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6</a:t>
            </a:r>
          </a:p>
        </p:txBody>
      </p:sp>
      <p:pic>
        <p:nvPicPr>
          <p:cNvPr id="5" name="Picture 4" descr="fact_card_372x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0960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A fact card after every level</a:t>
            </a:r>
          </a:p>
        </p:txBody>
      </p:sp>
      <p:pic>
        <p:nvPicPr>
          <p:cNvPr id="7" name="Picture 6" descr="game_over_372x2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43865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A planet fact on every game over</a:t>
            </a:r>
          </a:p>
        </p:txBody>
      </p:sp>
      <p:pic>
        <p:nvPicPr>
          <p:cNvPr id="9" name="Picture 8" descr="win_372x2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700" y="1238250"/>
            <a:ext cx="3543300" cy="2657475"/>
          </a:xfrm>
          <a:prstGeom prst="rect">
            <a:avLst/>
          </a:prstGeom>
          <a:ln w="19050">
            <a:solidFill>
              <a:srgbClr val="49445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267700" y="3971925"/>
            <a:ext cx="35433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CBC3D7"/>
                </a:solidFill>
                <a:latin typeface="Inter"/>
              </a:rPr>
              <a:t>The win screen on Jupiter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400550"/>
            <a:ext cx="10972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The Sun and all eight planets, each with a picture and a short fact.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838700"/>
            <a:ext cx="10972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The facts live in plain Python lists, so adding a planet or a story line means adding one entry.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One simple idea: a mode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39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Keyboard · mouse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arrows, Space, P, R, F and on-screen buttons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37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PYGAME 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37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draw ·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27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the only hooks in the main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4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428750"/>
            <a:ext cx="1905000" cy="1619250"/>
          </a:xfrm>
          <a:prstGeom prst="rect">
            <a:avLst/>
          </a:prstGeom>
          <a:solidFill>
            <a:srgbClr val="2B2542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35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ONE VARIABLE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35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game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25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says which screen is showing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390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33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33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screens · levels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23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each one owns its drawing and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038350"/>
            <a:ext cx="304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D0BCFF"/>
                </a:solidFill>
                <a:latin typeface="Space Grotesk"/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8800" y="1428750"/>
            <a:ext cx="1905000" cy="1619250"/>
          </a:xfrm>
          <a:prstGeom prst="rect">
            <a:avLst/>
          </a:prstGeom>
          <a:solidFill>
            <a:srgbClr val="262A34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1562100"/>
            <a:ext cx="1676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4CD7F6"/>
                </a:solidFill>
                <a:latin typeface="Space Grotesk"/>
              </a:rPr>
              <a:t>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00" y="1847850"/>
            <a:ext cx="1676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25" b="1">
                <a:solidFill>
                  <a:srgbClr val="FFFFFF"/>
                </a:solidFill>
                <a:latin typeface="Space Grotesk"/>
              </a:rPr>
              <a:t>images · music ·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2150" y="2457450"/>
            <a:ext cx="16383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CBC3D7"/>
                </a:solidFill>
                <a:latin typeface="Inter"/>
              </a:rPr>
              <a:t>facts and targets in plain lists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6750" y="3600450"/>
            <a:ext cx="5334000" cy="2190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" y="3543300"/>
            <a:ext cx="5334000" cy="219075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733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CRAB QUEST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057650"/>
            <a:ext cx="4762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START_SCREEN → LEVEL_SELECT → LEVEL1 … LEVEL6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One self-contained module per chapter, with its own sprites, platforms and reset().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5550" y="3600450"/>
            <a:ext cx="5334000" cy="2190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48400" y="3543300"/>
            <a:ext cx="5334000" cy="219075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200" y="37338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SPACE 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4057650"/>
            <a:ext cx="4762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TITLE → PLAYING → FACT_CARD → GAME_OVER → WIN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C3D7"/>
                </a:solidFill>
                <a:latin typeface="Inter"/>
              </a:rPr>
              <a:t>Each level decides when it is cleared. The main file only switches modes.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Built with free tools, in one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390650"/>
            <a:ext cx="5334000" cy="4572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5334000" cy="4572000"/>
          </a:xfrm>
          <a:prstGeom prst="rect">
            <a:avLst/>
          </a:prstGeom>
          <a:solidFill>
            <a:srgbClr val="1C1F29"/>
          </a:solidFill>
          <a:ln w="19050">
            <a:solidFill>
              <a:srgbClr val="494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621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669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all game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69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Pygame Zero 1.2.1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17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sprites, keys, mouse, music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Pygame 2.6.1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766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fullscreen, sounds,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766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Jersey 10 font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814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SIL Open Font 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150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HTML + 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863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the studio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63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Space Grotesk"/>
              </a:rPr>
              <a:t>PyInstaller · itch.io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9115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release path, in 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5550" y="1390650"/>
            <a:ext cx="5334000" cy="4572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8400" y="1333500"/>
            <a:ext cx="5334000" cy="4572000"/>
          </a:xfrm>
          <a:prstGeom prst="rect">
            <a:avLst/>
          </a:prstGeom>
          <a:solidFill>
            <a:srgbClr val="0F131C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200" y="1562100"/>
            <a:ext cx="4762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4CD7F6"/>
                </a:solidFill>
                <a:latin typeface="Space Grotesk"/>
              </a:rPr>
              <a:t>ONE GIT 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1943100"/>
            <a:ext cx="4762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PVS/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Crab-game/            Crab Quest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space-game/           Space X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├── screens/  levels/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├── parts/    data/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│   └── images/ music/ fonts/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├── pixel-verse-studios/  website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CFD3E4"/>
                </a:solidFill>
                <a:latin typeface="Courier New"/>
              </a:rPr>
              <a:t>└── docs/                 this deck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10972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FFFFFF"/>
                </a:solidFill>
                <a:latin typeface="Space Grotesk"/>
              </a:rPr>
              <a:t>Five people. Two games.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649605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6050"/>
            <a:ext cx="60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75" b="0">
                <a:solidFill>
                  <a:srgbClr val="958EA0"/>
                </a:solidFill>
                <a:latin typeface="Inter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6667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riam_190x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619250"/>
            <a:ext cx="1809750" cy="1809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Mariam Alaa</a:t>
            </a:r>
          </a:p>
        </p:txBody>
      </p:sp>
      <p:sp>
        <p:nvSpPr>
          <p:cNvPr id="9" name="Rectangle 8"/>
          <p:cNvSpPr/>
          <p:nvPr/>
        </p:nvSpPr>
        <p:spPr>
          <a:xfrm>
            <a:off x="289560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845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lim_190x1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700" y="1619250"/>
            <a:ext cx="1809750" cy="1809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1465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Selim Loai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44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73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hamed_190x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550" y="1619250"/>
            <a:ext cx="1809750" cy="1809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35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Mohamed Loai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330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9615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dhat_190x1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1619250"/>
            <a:ext cx="1809750" cy="18097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235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Medhat Ali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150" y="1581150"/>
            <a:ext cx="2000250" cy="25717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25000" y="1524000"/>
            <a:ext cx="2000250" cy="2571750"/>
          </a:xfrm>
          <a:prstGeom prst="rect">
            <a:avLst/>
          </a:prstGeom>
          <a:solidFill>
            <a:srgbClr val="1C1F29"/>
          </a:solidFill>
          <a:ln w="19050">
            <a:solidFill>
              <a:srgbClr val="D0B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alah_190x1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0" y="1619250"/>
            <a:ext cx="1809750" cy="18097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200" y="3562350"/>
            <a:ext cx="18478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pace Grotesk"/>
              </a:rPr>
              <a:t>Salah Mohamed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572000"/>
            <a:ext cx="109728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D0BCFF"/>
                </a:solidFill>
                <a:latin typeface="Space Grotesk"/>
              </a:rPr>
              <a:t>Pixel Verse Studios: two complete educational games, with real facts and one clean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FFFFFF"/>
                </a:solidFill>
                <a:latin typeface="Space Grotesk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9050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D0BCFF"/>
                </a:solidFill>
                <a:latin typeface="Jersey 10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6574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25717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Windows builds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28575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Package both games with PyInstaller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718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34861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An itch.io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7719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Both games, screenshots, controls and downloads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4486275"/>
            <a:ext cx="114300" cy="1143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" y="4400550"/>
            <a:ext cx="6400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75" b="1">
                <a:solidFill>
                  <a:srgbClr val="FFFFFF"/>
                </a:solidFill>
                <a:latin typeface="Space Grotesk"/>
              </a:rPr>
              <a:t>Test on a clean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686300"/>
            <a:ext cx="640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 b="0">
                <a:solidFill>
                  <a:srgbClr val="CBC3D7"/>
                </a:solidFill>
                <a:latin typeface="Inter"/>
              </a:rPr>
              <a:t>Every chapter and every level, music on and 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0" y="1238250"/>
            <a:ext cx="2857500" cy="3238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_276x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300" y="1352550"/>
            <a:ext cx="2628900" cy="2628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82000" y="40386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75" b="0">
                <a:solidFill>
                  <a:srgbClr val="14213D"/>
                </a:solidFill>
                <a:latin typeface="Inter"/>
              </a:rPr>
              <a:t>Scan to visit the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715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CBC3D7"/>
                </a:solidFill>
                <a:latin typeface="Inter"/>
              </a:rPr>
              <a:t>Pixel Verse Studios · Afro-Asian Technology Competition 2026 · Games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1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00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57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14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71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29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00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57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629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86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43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01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29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58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86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154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726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012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298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584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2870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5156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7442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9728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2014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4300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658600" y="6629400"/>
            <a:ext cx="228600" cy="228600"/>
          </a:xfrm>
          <a:prstGeom prst="rect">
            <a:avLst/>
          </a:prstGeom>
          <a:solidFill>
            <a:srgbClr val="D0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887200" y="6629400"/>
            <a:ext cx="228600" cy="228600"/>
          </a:xfrm>
          <a:prstGeom prst="rect">
            <a:avLst/>
          </a:prstGeom>
          <a:solidFill>
            <a:srgbClr val="4CD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115800" y="6629400"/>
            <a:ext cx="228600" cy="228600"/>
          </a:xfrm>
          <a:prstGeom prst="rect">
            <a:avLst/>
          </a:prstGeom>
          <a:solidFill>
            <a:srgbClr val="4ED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